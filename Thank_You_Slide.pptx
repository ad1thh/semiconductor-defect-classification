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8"/>
  </p:notesMasterIdLst>
  <p:sldIdLst>
    <p:sldId id="323" r:id="rId17"/>
  </p:sldIdLst>
  <p:sldSz cx="12192000" cy="6858000"/>
  <p:notesSz cx="6858000" cy="9144000"/>
  <p:embeddedFontLst>
    <p:embeddedFont>
      <p:font typeface="Gill Sans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jBb728hTyzQUlTTKdw7QOtHtbL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24EAD6-1D21-4CFA-A1BF-962E5395714D}" v="18" dt="2025-08-27T07:02:55.1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38" Type="http://customschemas.google.com/relationships/presentationmetadata" Target="meta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3" name="Google Shape;393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971" y="211556"/>
            <a:ext cx="4517529" cy="810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2819" y="154753"/>
            <a:ext cx="816174" cy="930568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7"/>
          <p:cNvSpPr/>
          <p:nvPr/>
        </p:nvSpPr>
        <p:spPr>
          <a:xfrm>
            <a:off x="0" y="6407689"/>
            <a:ext cx="7684389" cy="461665"/>
          </a:xfrm>
          <a:custGeom>
            <a:avLst/>
            <a:gdLst/>
            <a:ahLst/>
            <a:cxnLst/>
            <a:rect l="l" t="t" r="r" b="b"/>
            <a:pathLst>
              <a:path w="6172200" h="369332" extrusionOk="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ill Sans"/>
              <a:buNone/>
            </a:pPr>
            <a:r>
              <a:rPr lang="en-US" sz="2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7"/>
          <p:cNvSpPr txBox="1">
            <a:spLocks noGrp="1"/>
          </p:cNvSpPr>
          <p:nvPr>
            <p:ph type="title"/>
          </p:nvPr>
        </p:nvSpPr>
        <p:spPr>
          <a:xfrm>
            <a:off x="754224" y="266595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sz="5600" b="1">
                <a:solidFill>
                  <a:srgbClr val="0F172A"/>
                </a:solidFill>
                <a:latin typeface="Times New Roman"/>
              </a:rPr>
              <a:t>THANK YOU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Questions Subtitle"/>
          <p:cNvSpPr txBox="1"/>
          <p:nvPr/>
        </p:nvSpPr>
        <p:spPr>
          <a:xfrm>
            <a:off x="754224" y="4000000"/>
            <a:ext cx="105156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sz="2800" b="1">
                <a:solidFill>
                  <a:srgbClr val="0284C7"/>
                </a:solidFill>
                <a:latin typeface="Times New Roman"/>
              </a:rPr>
              <a:t>Questions &amp; Discussion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</a:p>
          <a:p>
            <a:pPr algn="ctr"/>
            <a:r>
              <a:rPr sz="2200" b="1">
                <a:solidFill>
                  <a:srgbClr val="0F172A"/>
                </a:solidFill>
                <a:latin typeface="Times New Roman"/>
              </a:rPr>
              <a:t>Automated Semiconductor Wafer Defect Inspection System</a:t>
            </a:r>
          </a:p>
          <a:p>
            <a:pPr algn="ctr"/>
            <a:r>
              <a:rPr sz="1800" b="0">
                <a:solidFill>
                  <a:srgbClr val="1E293B"/>
                </a:solidFill>
                <a:latin typeface="Times New Roman"/>
              </a:rPr>
              <a:t>B.Tech Mini Project Final Internal Review • Saintgits College of Engineering (Autonomous)</a:t>
            </a:r>
          </a:p>
          <a:p>
            <a:pPr algn="ctr"/>
            <a:r>
              <a:rPr sz="1600" b="0">
                <a:solidFill>
                  <a:srgbClr val="1E293B"/>
                </a:solidFill>
                <a:latin typeface="Times New Roman"/>
              </a:rPr>
              <a:t>Team: Adithyan B (MGP23EVLSI001) • Anna Boban (MGP23EVLSI002) • Noopa Maria Rojan (MGP23EVLSI009)</a:t>
            </a:r>
          </a:p>
          <a:p>
            <a:pPr algn="ctr"/>
            <a:r>
              <a:rPr sz="1600" b="0">
                <a:solidFill>
                  <a:srgbClr val="1E293B"/>
                </a:solidFill>
                <a:latin typeface="Times New Roman"/>
              </a:rPr>
              <a:t>Supervisor: Er. Justin Mathew, Assistant Professor, Dept. of ECE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400</Words>
  <Application>Microsoft Office PowerPoint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Times New Roman</vt:lpstr>
      <vt:lpstr>Gill Sans</vt:lpstr>
      <vt:lpstr>Calibri</vt:lpstr>
      <vt:lpstr>Arial</vt:lpstr>
      <vt:lpstr>Noto Sans Symbols</vt:lpstr>
      <vt:lpstr>Office 2013 - 2022 Theme</vt:lpstr>
      <vt:lpstr>Office Theme</vt:lpstr>
      <vt:lpstr>PROJECT TITLE</vt:lpstr>
      <vt:lpstr> INTRODUCTION</vt:lpstr>
      <vt:lpstr> PROBLEM STATEMENT</vt:lpstr>
      <vt:lpstr> NEED FOR THE PROJECT</vt:lpstr>
      <vt:lpstr> OBJECTIVES</vt:lpstr>
      <vt:lpstr>EXISTING SYSTEM</vt:lpstr>
      <vt:lpstr>PROPOSED SYSTEM</vt:lpstr>
      <vt:lpstr> NOVELTY OF THE PROJECT</vt:lpstr>
      <vt:lpstr> SCOPE</vt:lpstr>
      <vt:lpstr> SOFTWARE REQUIREMENTS</vt:lpstr>
      <vt:lpstr> HARDWARE REQUIREMENTS</vt:lpstr>
      <vt:lpstr> EXPECTED OUTCOME</vt:lpstr>
      <vt:lpstr>    PROJECT TIMELINE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QB844</dc:creator>
  <cp:lastModifiedBy>HARI</cp:lastModifiedBy>
  <cp:revision>6</cp:revision>
  <dcterms:created xsi:type="dcterms:W3CDTF">2024-08-12T15:06:11Z</dcterms:created>
  <dcterms:modified xsi:type="dcterms:W3CDTF">2026-07-28T10:53:53Z</dcterms:modified>
</cp:coreProperties>
</file>